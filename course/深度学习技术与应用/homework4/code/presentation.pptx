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Code Generation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Transformer Seq2Seq 的代码生成模型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0" y="3383280"/>
            <a:ext cx="2743200" cy="274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CONCODE 数据集 | 深度学习技术与应用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模型架构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Seq2Seq 模型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2560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(编码器)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多头自注意力机制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处理自然语言描述 (NL)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输出上下文表示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Positional Encoding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9768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C7293"/>
                </a:solidFill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846320" y="1463040"/>
            <a:ext cx="3840480" cy="25603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554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 (解码器)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多头交叉注意力机制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生成代码 tokens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Teacher Forcing 训练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Beam Search 解码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模型参数: d_model=256, nhead=8, num_layers=3, dim_feedforward=512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数据集与训练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100,000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65176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651760" cy="137160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26480" y="146304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2,000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2648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8229600" cy="21031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训练配置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优化器: AdamW (lr=0.0005, weight_decay=0.01)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损失函数: CrossEntropyLoss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学习率调度: ReduceLROnPlateau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训练策略: Teacher Forcing + 梯度裁剪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 Size: 64 | Epochs: 10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评估结果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2926080" cy="2286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--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37160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(待训练后填入)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2926080" cy="22860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371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BLEU Score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846320" y="182880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--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84632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(待训练后填入)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注: 训练完成后将更新实际评估结果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评估指标说明: Exact Match = 完全匹配数/总数 | BLEU = n-gram 相似度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训练曲线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训练完成后将显示实际的 Loss 曲线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840480"/>
            <a:ext cx="45720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Loss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3840480"/>
            <a:ext cx="45720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0" y="36576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 Loss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71600" y="182880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基于 Transformer Seq2Seq 的代码生成模型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使用 CONCODE 数据集进行训练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支持 GPU/MPS/CPU 多设备训练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Beam Search 解码提升生成质量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0" y="3657600"/>
            <a:ext cx="274320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深度学习技术与应用 | 作业4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Generation - Transformer Seq2Seq</dc:title>
  <dc:subject>PptxGenJS Presentation</dc:subject>
  <dc:creator>CodeBuddy</dc:creator>
  <cp:lastModifiedBy>CodeBuddy</cp:lastModifiedBy>
  <cp:revision>1</cp:revision>
  <dcterms:created xsi:type="dcterms:W3CDTF">2026-04-25T00:47:12Z</dcterms:created>
  <dcterms:modified xsi:type="dcterms:W3CDTF">2026-04-25T00:47:12Z</dcterms:modified>
</cp:coreProperties>
</file>